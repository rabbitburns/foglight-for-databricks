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Monitoring Databricks Lakebase with Quest Foglight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Lakebase enables instant, zero copy database branching and autoscaling.</a:t>
            </a:r>
          </a:p>
          <a:p>
            <a:pPr/>
            <a:r>
              <a:t>Each branch exposes its own compute endpoint (distinct ep host).</a:t>
            </a:r>
          </a:p>
          <a:p>
            <a:pPr/>
            <a:r>
              <a:t>Foglight treats each endpoint as a separate PostgreSQL target for monitoring.</a:t>
            </a:r>
          </a:p>
          <a:p>
            <a:pPr/>
            <a:r>
              <a:t>Objective: estate wide observability across many short lived branches with minimal manual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Monitoring model: branch = endpoint = monitored target in Foglight.</a:t>
            </a:r>
          </a:p>
          <a:p>
            <a:pPr/>
            <a:r>
              <a:t>Engine prerequisites per branch: pg_stat_statements and track_io_timing.</a:t>
            </a:r>
          </a:p>
          <a:p>
            <a:pPr/>
            <a:r>
              <a:t>Automation job: discovers projects, branches, endpoints; emits foglight_agents.csv and bootstrap.sql.</a:t>
            </a:r>
          </a:p>
          <a:p>
            <a:pPr/>
            <a:r>
              <a:t>GitHub Actions runbook: scheduled and on demand discovery with published artifacts.</a:t>
            </a:r>
          </a:p>
          <a:p>
            <a:pPr/>
            <a:r>
              <a:t>Executive collateral: PDF and Word executive summary, runbook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Complete coverage: every active branch is discoverable and ready to onboard.</a:t>
            </a:r>
          </a:p>
          <a:p>
            <a:pPr/>
            <a:r>
              <a:t>Faster onboarding: import one CSV; run one SQL per branch.</a:t>
            </a:r>
          </a:p>
          <a:p>
            <a:pPr/>
            <a:r>
              <a:t>Scales with development: inventory updates keep pace with new or retired branches.</a:t>
            </a:r>
          </a:p>
          <a:p>
            <a:pPr/>
            <a:r>
              <a:t>Deep insights: statements, TPS, latency, waits, and I/O per endpoint.</a:t>
            </a:r>
          </a:p>
          <a:p>
            <a:pPr/>
            <a:r>
              <a:t>Resilient to autoscaling and suspension: agents reconnect; states are clear.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and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Artifacts: foglight_agents.csv (host, port, database, sslmode, monitoring user).</a:t>
            </a:r>
          </a:p>
          <a:p>
            <a:pPr/>
            <a:r>
              <a:t>Artifacts: bootstrap.sql (CREATE EXTENSION pg_stat_statements; enable track_io_timing).</a:t>
            </a:r>
          </a:p>
          <a:p>
            <a:pPr/>
            <a:r>
              <a:t>Job: Python reference implementation for discovery and artifact generation.</a:t>
            </a:r>
          </a:p>
          <a:p>
            <a:pPr/>
            <a:r>
              <a:t>CI: GitHub Actions workflow to run on schedule and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Productionize pipeline in a private repository and schedule daily runs.</a:t>
            </a:r>
          </a:p>
          <a:p>
            <a:pPr/>
            <a:r>
              <a:t>Optionally auto create Foglight agents via API or CLI.</a:t>
            </a:r>
          </a:p>
          <a:p>
            <a:pPr/>
            <a:r>
              <a:t>Propagate tags (env, app, owner) to enable executive roll ups.</a:t>
            </a:r>
          </a:p>
          <a:p>
            <a:pPr/>
            <a:r>
              <a:t>Maintain least privilege tokens and monitor API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