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457200"/>
            <a:ext cx="5486400" cy="5486400"/>
          </a:xfrm>
          <a:prstGeom prst="rect">
            <a:avLst/>
          </a:prstGeom>
          <a:solidFill>
            <a:srgbClr val="0066CC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4571" y="-1828800"/>
            <a:ext cx="54864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QUEST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0F4FF"/>
                </a:solidFill>
              </a:rPr>
              <a:t>Foglight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B4D8"/>
                </a:solidFill>
              </a:rPr>
              <a:t>Databricks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6400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4CC"/>
                </a:solidFill>
              </a:rPr>
              <a:t>Unified Lakehouse observability — compute, jobs, queries,
cost intelligence, data quality, and model serving — natively inside Foglight.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C"/>
                </a:solidFill>
              </a:rPr>
              <a:t>Enablement Overview · v1.0.113  |  POC ·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4FF"/>
                </a:solidFill>
              </a:rPr>
              <a:t>Databricks is a black box
inside your monitoring estate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566160" cy="22860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No single pane of glass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Job failures, cluster anomalies, and slow queries are visible only in the Databricks UI — workspace-scoped, no cross-workspace view, no integration with the rest of your monitored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2011680"/>
            <a:ext cx="3566160" cy="22860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Cost surprises at month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4688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DBU consumption and estimated costs are buried in system tables that require SQL expertise to interrogate. Teams learn about cost overruns from their cloud bill, not from monitoring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2011680"/>
            <a:ext cx="3566160" cy="22860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Silent data reliability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4688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DLT pipeline data quality expectations fail quietly. Data consumers find the problem before the engineering team does — from bad BI reports or failed ML model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solidFill>
            <a:srgbClr val="111E35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The result:  Databricks teams operate reactively. Incidents are reported by downstream consumers, cost spikes discovered at billing time, data quality failures invisible until they cause business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MARKET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Why existing tools fall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566160" cy="32004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Datadog — Cost visibility = paid add-on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DBU cost monitoring requires the Cloud Cost Management SKU — a separately priced product pulling from cloud provider billing APIs. Not included in standard Databricks monitoring.
Data quality: No DLT expectation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91640"/>
            <a:ext cx="3566160" cy="32004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New Relic — System table licence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1488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Cost dashboards use system.billing.usage but require a Databricks system table licence to be enabled. Limited differentiation from our approach.
Model serving: No endpoint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691640"/>
            <a:ext cx="3566160" cy="32004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9DE0"/>
                </a:solidFill>
              </a:rPr>
              <a:t>Databricks UI — Siloed and workspace-scoped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1488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The native UI provides rich detail per workspace but has no cross-workspace aggregation, no alert routing, and no RBAC alignment with the broader monitoring platform.
Monitoring teams cannot monitor without a Databricks 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solidFill>
            <a:srgbClr val="051A30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The gap:  No existing tool provides Databricks-native cost intelligence, DLT data quality monitoring, and model serving observability in a single platform — inside the monitoring tool organisations already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Introducing Foglight for 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194560" cy="100584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</a:rPr>
              <a:t>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737360"/>
            <a:ext cx="2194560" cy="1005840"/>
          </a:xfrm>
          <a:prstGeom prst="rect">
            <a:avLst/>
          </a:prstGeom>
          <a:solidFill>
            <a:srgbClr val="0520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FglAM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Java · 60s polling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37360"/>
            <a:ext cx="2194560" cy="1005840"/>
          </a:xfrm>
          <a:prstGeom prst="rect">
            <a:avLst/>
          </a:prstGeom>
          <a:solidFill>
            <a:srgbClr val="0520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Topology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Foglight FMS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737360"/>
            <a:ext cx="2194560" cy="100584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</a:rPr>
              <a:t>34 Portlets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WCF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2651760" cy="128016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307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WCF Portlets
across 7 monitoring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017520"/>
            <a:ext cx="2651760" cy="128016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108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60s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07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Collection interval
near real-time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017520"/>
            <a:ext cx="2651760" cy="128016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108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307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Write operations
against Databricks — read-only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017520"/>
            <a:ext cx="2651760" cy="128016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108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307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C"/>
                </a:solidFill>
              </a:rPr>
              <a:t>PAT token required
no agents inside Databricks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C"/>
                </a:solidFill>
              </a:rPr>
              <a:t>A native Foglight cartridge — installs via the standard .car file mechanism. No new infrastructure, no SaaS subscription, no separate product to buy.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FEATURE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Seven monitoring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664208" cy="2011680"/>
          </a:xfrm>
          <a:prstGeom prst="rect">
            <a:avLst/>
          </a:prstGeom>
          <a:solidFill>
            <a:srgbClr val="111E35"/>
          </a:solidFill>
          <a:ln w="9525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Cluster state, node types, Spark version
· Autoscale config, worker/core counts
· SQL Warehouses — type, size, Photon
· Instance Pools — idle/used/max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1136" y="1691640"/>
            <a:ext cx="1664208" cy="2011680"/>
          </a:xfrm>
          <a:prstGeom prst="rect">
            <a:avLst/>
          </a:prstGeom>
          <a:solidFill>
            <a:srgbClr val="111E35"/>
          </a:solidFill>
          <a:ln w="9525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4288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Jobs &amp;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Job inventory, trigger type, cron schedule
· Last run state, result, duration breakdown
· Success rate %, avg/min/max duration
· DLT pipeline state + update history
· Data quality expectations — pass/fail/dropped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1691640"/>
            <a:ext cx="1664208" cy="2011680"/>
          </a:xfrm>
          <a:prstGeom prst="rect">
            <a:avLst/>
          </a:prstGeom>
          <a:solidFill>
            <a:srgbClr val="111E35"/>
          </a:solidFill>
          <a:ln w="9525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4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Query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Query history — up to 25 per warehouse
· Compilation / execution / fetch breakdown
· Bytes read, rows produced, cache hit
· Full query text, error message
· Slow query leaderboard (top 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87568" y="1691640"/>
            <a:ext cx="1664208" cy="2011680"/>
          </a:xfrm>
          <a:prstGeom prst="rect">
            <a:avLst/>
          </a:prstGeom>
          <a:solidFill>
            <a:srgbClr val="031E3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Cost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DBU usage — 60-day rolling by SKU/product
· Estimated dollar cost joined with list prices
· MoM growth, top jobs by DBU
· DBU treemap + Cost vs DBU bubble chart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4" y="1691640"/>
            <a:ext cx="1664208" cy="2011680"/>
          </a:xfrm>
          <a:prstGeom prst="rect">
            <a:avLst/>
          </a:prstGeom>
          <a:solidFill>
            <a:srgbClr val="031E3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DLT pipeline update history (last 5)
· Per-expectation pass rate %
· Passed, failed, dropped record counts
· Per-flow, per-dataset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691640"/>
            <a:ext cx="1664208" cy="2011680"/>
          </a:xfrm>
          <a:prstGeom prst="rect">
            <a:avLst/>
          </a:prstGeom>
          <a:solidFill>
            <a:srgbClr val="111E35"/>
          </a:solidFill>
          <a:ln w="9525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Model Serving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Endpoint inventory — state, creator
· Served model name, version, deployment
· Traffic %, scale-to-zero, workload size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72216" y="1691640"/>
            <a:ext cx="1664208" cy="2011680"/>
          </a:xfrm>
          <a:prstGeom prst="rect">
            <a:avLst/>
          </a:prstGeom>
          <a:solidFill>
            <a:srgbClr val="031E3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45368" y="176479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AI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5368" y="2103120"/>
            <a:ext cx="1517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C"/>
                </a:solidFill>
              </a:rPr>
              <a:t>· Token consumption — input/output/cache/reasoning
· Per-requester activity + treemap
· Endpoint latency p50/p90/p95/p99
· Tag-based attribution (team/project)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Where we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57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DBU Cost Intelligence — Included, Not Add-On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0552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Queries system.billing.usage and system.billing.list_prices directly — Databricks-native, DBU-denominated, 60-day granularity, included at no additional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517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63946"/>
                </a:solidFill>
              </a:rPr>
              <a:t>Datadog: Paid add-on SKU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2608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4A261"/>
                </a:solidFill>
              </a:rPr>
              <a:t>New Relic: Requires system table licence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0040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C653"/>
                </a:solidFill>
              </a:rPr>
              <a:t>Foglight: 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27832"/>
            <a:ext cx="11064240" cy="13716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27832"/>
            <a:ext cx="457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19272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DLT Data Quality Expectations — Industry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66744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Surfaces DLT expect() rule pass/fail/dropped counts as a native monitoring signal. No other monitoring platform collects this data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8795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63946"/>
                </a:solidFill>
              </a:rPr>
              <a:t>Datadog: No DLT expectation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6227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4A261"/>
                </a:solidFill>
              </a:rPr>
              <a:t>New Relic: No DLT expectation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3659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C653"/>
                </a:solidFill>
              </a:rPr>
              <a:t>Foglight: Full expectation detail per update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64024"/>
            <a:ext cx="11064240" cy="13716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64024"/>
            <a:ext cx="457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55464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AI Gateway Token Observability — GenAI-Native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202936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Token consumption, latency, and error rates from system.ai_gateway.usage — same collection pattern as billing, zero new infrastructure. Neither Datadog nor New Relic surfaces this natively.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63946"/>
                </a:solidFill>
              </a:rPr>
              <a:t>Datadog: No AI Gateway token 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9984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4A261"/>
                </a:solidFill>
              </a:rPr>
              <a:t>New Relic: No AI Gateway token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27278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C653"/>
                </a:solidFill>
              </a:rPr>
              <a:t>Foglight: Included (Tier 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4FF"/>
                </a:solidFill>
              </a:rPr>
              <a:t>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24712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1828800"/>
                <a:gridCol w="201168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D9DE0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D9DE0"/>
                          </a:solidFill>
                        </a:rPr>
                        <a:t>Foglight for Databricks</a:t>
                      </a:r>
                    </a:p>
                  </a:txBody>
                  <a:tcPr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D9DE0"/>
                          </a:solidFill>
                        </a:rPr>
                        <a:t>Datadog</a:t>
                      </a:r>
                    </a:p>
                  </a:txBody>
                  <a:tcPr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D9DE0"/>
                          </a:solidFill>
                        </a:rPr>
                        <a:t>New Relic</a:t>
                      </a:r>
                    </a:p>
                  </a:txBody>
                  <a:tcPr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D9DE0"/>
                          </a:solidFill>
                        </a:rPr>
                        <a:t>Databricks UI</a:t>
                      </a:r>
                    </a:p>
                  </a:txBody>
                  <a:tcPr>
                    <a:solidFill>
                      <a:srgbClr val="004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Cluster inventory &amp; state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Job run history &amp; success rate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SQL warehouse monitoring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Query history with full text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DBU cost monitoring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 · Databricks-native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Paid add-on SKU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Requires system table lic.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Manual SQL only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Cost by SKU with list price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DLT data quality expectations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 · pass/fail/dropped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 (per pipeline)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Model serving endpoint monitoring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Included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 + metrics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AI Gateway token observability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Planned — Tier 11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Integrated with broader IT monitoring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 — same Foglight platform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B4CC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0F4FF"/>
                          </a:solidFill>
                        </a:rPr>
                        <a:t>On-premises deployment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C653"/>
                          </a:solidFill>
                        </a:rPr>
                        <a:t>✓ Yes — FglAM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SaaS only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SaaS only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3946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111E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VALUE SELLING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The business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2231136" cy="4114800"/>
          </a:xfrm>
          <a:prstGeom prst="rect">
            <a:avLst/>
          </a:prstGeom>
          <a:solidFill>
            <a:srgbClr val="1A0508"/>
          </a:solidFill>
          <a:ln w="9525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Business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194560"/>
            <a:ext cx="2011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Databricks environments generate cost, risk, and data quality events invisible to ops. Platform engineers spend hours per week context-switching between Foglight and the Databricks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9776" y="1691640"/>
            <a:ext cx="2231136" cy="4114800"/>
          </a:xfrm>
          <a:prstGeom prst="rect">
            <a:avLst/>
          </a:prstGeom>
          <a:solidFill>
            <a:srgbClr val="1A1005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2194560"/>
            <a:ext cx="2011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No Foglight cartridge exists for Databricks. Monitoring is manual and reactive. Cost overruns discovered at month end. Data quality failures surface via downstream complaints.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6632" y="1691640"/>
            <a:ext cx="2231136" cy="4114800"/>
          </a:xfrm>
          <a:prstGeom prst="rect">
            <a:avLst/>
          </a:prstGeom>
          <a:solidFill>
            <a:srgbClr val="0318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194560"/>
            <a:ext cx="2011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Foglight for Databricks — native cartridge collecting compute, job, query, cost, pipeline, and model serving data every 60s. 34 portlets, no new infrastructure, installs in under 30 minutes.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488" y="1691640"/>
            <a:ext cx="2231136" cy="4114800"/>
          </a:xfrm>
          <a:prstGeom prst="rect">
            <a:avLst/>
          </a:prstGeom>
          <a:solidFill>
            <a:srgbClr val="041409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3"/>
                </a:solidFill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194560"/>
            <a:ext cx="2011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Operational: proactive alerting on failures and anomalies.
Financial: DBU cost visibility before the cloud bill arrives.
Data reliability: DLT failures surfaced before consumers are impacted.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10344" y="1691640"/>
            <a:ext cx="2231136" cy="4114800"/>
          </a:xfrm>
          <a:prstGeom prst="rect">
            <a:avLst/>
          </a:prstGeom>
          <a:solidFill>
            <a:srgbClr val="051225"/>
          </a:solidFill>
          <a:ln w="9525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9DE0"/>
                </a:solidFill>
              </a:rPr>
              <a:t>Why 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2194560"/>
            <a:ext cx="2011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Databricks-native cost intelligence included. First platform to surface DLT data quality expectations. Extends existing Foglight investment — no new vendor, no new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What's built ·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3"/>
                </a:solidFill>
              </a:rPr>
              <a:t>✓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7373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Tiers 1–4: Core Platform Monitoring + Cost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3911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Clusters, jobs, warehouses, queries, DBU/cost, graphical widgets, SKU pricing — v1.0.20 through v1.0.65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3"/>
                </a:solidFill>
              </a:rPr>
              <a:t>✓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 5: DLT Pipeline Depth — Update History + Data Quality Expectations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Per-expectation pass/fail/dropped counts from pipeline events — v1.0.64. Untested pending DLT-enabled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90088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3"/>
                </a:solidFill>
              </a:rPr>
              <a:t>✓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5409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 7: Model Serving Endpoint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5584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Serving endpoint state, served model config, traffic distribution — v1.0.65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48456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12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→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1246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 8: Lakebase Platform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14216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Project, branch, and endpoint inventory via Lakebase REST API. Complements the Foglight PostgreSQL cartridge.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06824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→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7083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 11: AI Gateway Observability (Token &amp; GenAI Usage)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67258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Token consumption, latency, per-requester activity from system.ai_gateway.usage. 7 new portlets. Preview enabled.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65192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4CC"/>
                </a:solidFill>
              </a:rPr>
              <a:t>◷ 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029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v2: AUI Dashboard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33095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Angular UI framework — sortable tables, charts, drill-down. Requires AUI component library docs from platform team.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87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4CC"/>
                </a:solidFill>
              </a:rPr>
              <a:t>◷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8756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Tier 9: Lakewatch Security SIEM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9893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Blocked pending GA and public API. Announced March 2026, currently Private Preview.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281928"/>
            <a:ext cx="11064240" cy="914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TIER 11 — COMING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AI Gateway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703320" cy="214884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Token &amp; Usage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→  Total, input, output tokens by endpoint × model × day
→  Cache token breakdown (read, creation, reasoning)
→  Request counts and error rates per endpoint
→  Per-requester aggregates — user / service
→  Tag-based rollups — project, team, cost-center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3703320" cy="164592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Endpoint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70832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→  p50 / p90 / p95 / p99 latency per endpoint
→  Average time-to-first-byte (TTFB)
→  4xx / 5xx error counts and error rate %
→  Pre-aggregated in SQL — no raw per-request pull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7223760" cy="146304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45720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83080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AI Gateway — Databricks-Native, Same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30552"/>
            <a:ext cx="6995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Queries system.ai_gateway.usage via the same SQL warehouse as system.billing.usage. No new collection mechanism. 7 new portlets under Databricks - AI Gateway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517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63946"/>
                </a:solidFill>
              </a:rPr>
              <a:t>Datadog: No AI Gateway token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2608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4A261"/>
                </a:solidFill>
              </a:rPr>
              <a:t>New Relic: No AI Gateway token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20040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C653"/>
                </a:solidFill>
              </a:rPr>
              <a:t>Foglight: Included (Tier 11)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337560"/>
            <a:ext cx="7223760" cy="1325880"/>
          </a:xfrm>
          <a:prstGeom prst="rect">
            <a:avLst/>
          </a:prstGeom>
          <a:solidFill>
            <a:srgbClr val="111E35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261"/>
                </a:solidFill>
              </a:rPr>
              <a:t>Prerequisites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· Unity AI Gateway V2 Preview enabled (account Previews toggle)
· Account-admin access required for monitoring identity (stricter than billing tables)
· Existing SQL warehouse — reuses billingWarehouseId config
· Collector degrades gracefully if preview is disabled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4800600"/>
            <a:ext cx="7223760" cy="777240"/>
          </a:xfrm>
          <a:prstGeom prst="rect">
            <a:avLst/>
          </a:prstGeom>
          <a:solidFill>
            <a:srgbClr val="03182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C"/>
                </a:solidFill>
              </a:rPr>
              <a:t>Fast-follow (deferred): Token → dollar cost attribution via join to system.billing.usage model-serving SKU records — same approach as DBU cost, same complexity class as Tier 4 cost-per-job.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94960" cy="192024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→  Quest Foglight Management Server 8.2.0+
→  FglAM co-located with FMS (existing deployment)
→  Databricks Personal Access Token — read only
→  Any running SQL Warehouse (for cost features)
→  Databricks Premium + system tables for DBU/cost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5394960" cy="201168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404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Installation — under 30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87951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4CC"/>
                </a:solidFill>
              </a:rPr>
              <a:t>→  Download release zip from GitHub
→  Copy agent files to FglAM agents directory
→  Edit databricks.properties: workspace URL + token
→  Install .car via Foglight UI → Administration → Cartridges
→  Restart FglAM — data appears within 60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486400" cy="4114800"/>
          </a:xfrm>
          <a:prstGeom prst="rect">
            <a:avLst/>
          </a:prstGeom>
          <a:solidFill>
            <a:srgbClr val="111E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Recommended Dashboard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762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76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Clusters, Warehouses, Pools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23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523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Jobs, Job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712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8712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Query History, Slow Queries, User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186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DLT Pipelines, Updates, 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DBU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Treemap, Bubble, Cost by SKU, MoM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13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Model Serving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Endpoints, Served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61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Databricks - AI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261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C"/>
                </a:solidFill>
              </a:rPr>
              <a:t>AI Endpoints, Token Usage, Performance, Trend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